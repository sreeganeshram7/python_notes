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7" r:id="rId3"/>
    <p:sldId id="258" r:id="rId4"/>
    <p:sldId id="257" r:id="rId5"/>
    <p:sldId id="259" r:id="rId6"/>
    <p:sldId id="260" r:id="rId7"/>
    <p:sldId id="261" r:id="rId8"/>
    <p:sldId id="262" r:id="rId9"/>
    <p:sldId id="263" r:id="rId10"/>
    <p:sldId id="264" r:id="rId11"/>
    <p:sldId id="268" r:id="rId12"/>
    <p:sldId id="266" r:id="rId13"/>
    <p:sldId id="269" r:id="rId14"/>
    <p:sldId id="270" r:id="rId15"/>
    <p:sldId id="271" r:id="rId16"/>
    <p:sldId id="272" r:id="rId17"/>
    <p:sldId id="273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D202140A-A15D-4F04-8A1A-498C2977B412}" type="datetimeFigureOut">
              <a:rPr lang="en-IN" smtClean="0"/>
              <a:t>26-12-2025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02708E48-BB7F-4B78-828E-5DA8AA4100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814550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2140A-A15D-4F04-8A1A-498C2977B412}" type="datetimeFigureOut">
              <a:rPr lang="en-IN" smtClean="0"/>
              <a:t>26-12-2025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708E48-BB7F-4B78-828E-5DA8AA4100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940041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2140A-A15D-4F04-8A1A-498C2977B412}" type="datetimeFigureOut">
              <a:rPr lang="en-IN" smtClean="0"/>
              <a:t>26-12-2025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708E48-BB7F-4B78-828E-5DA8AA4100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17792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2140A-A15D-4F04-8A1A-498C2977B412}" type="datetimeFigureOut">
              <a:rPr lang="en-IN" smtClean="0"/>
              <a:t>26-12-2025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708E48-BB7F-4B78-828E-5DA8AA4100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89513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2140A-A15D-4F04-8A1A-498C2977B412}" type="datetimeFigureOut">
              <a:rPr lang="en-IN" smtClean="0"/>
              <a:t>26-12-2025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708E48-BB7F-4B78-828E-5DA8AA4100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296627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2140A-A15D-4F04-8A1A-498C2977B412}" type="datetimeFigureOut">
              <a:rPr lang="en-IN" smtClean="0"/>
              <a:t>26-12-2025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708E48-BB7F-4B78-828E-5DA8AA4100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21786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2140A-A15D-4F04-8A1A-498C2977B412}" type="datetimeFigureOut">
              <a:rPr lang="en-IN" smtClean="0"/>
              <a:t>26-12-2025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708E48-BB7F-4B78-828E-5DA8AA4100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701784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2140A-A15D-4F04-8A1A-498C2977B412}" type="datetimeFigureOut">
              <a:rPr lang="en-IN" smtClean="0"/>
              <a:t>26-12-2025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708E48-BB7F-4B78-828E-5DA8AA4100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284987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2140A-A15D-4F04-8A1A-498C2977B412}" type="datetimeFigureOut">
              <a:rPr lang="en-IN" smtClean="0"/>
              <a:t>26-12-2025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708E48-BB7F-4B78-828E-5DA8AA4100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46150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2140A-A15D-4F04-8A1A-498C2977B412}" type="datetimeFigureOut">
              <a:rPr lang="en-IN" smtClean="0"/>
              <a:t>26-12-2025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708E48-BB7F-4B78-828E-5DA8AA4100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223956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2140A-A15D-4F04-8A1A-498C2977B412}" type="datetimeFigureOut">
              <a:rPr lang="en-IN" smtClean="0"/>
              <a:t>26-12-2025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708E48-BB7F-4B78-828E-5DA8AA4100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8803884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2140A-A15D-4F04-8A1A-498C2977B412}" type="datetimeFigureOut">
              <a:rPr lang="en-IN" smtClean="0"/>
              <a:t>26-12-2025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708E48-BB7F-4B78-828E-5DA8AA4100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9594005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2140A-A15D-4F04-8A1A-498C2977B412}" type="datetimeFigureOut">
              <a:rPr lang="en-IN" smtClean="0"/>
              <a:t>26-12-2025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708E48-BB7F-4B78-828E-5DA8AA4100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703731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2140A-A15D-4F04-8A1A-498C2977B412}" type="datetimeFigureOut">
              <a:rPr lang="en-IN" smtClean="0"/>
              <a:t>26-12-2025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708E48-BB7F-4B78-828E-5DA8AA4100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6165220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2140A-A15D-4F04-8A1A-498C2977B412}" type="datetimeFigureOut">
              <a:rPr lang="en-IN" smtClean="0"/>
              <a:t>26-12-2025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708E48-BB7F-4B78-828E-5DA8AA4100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8140704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D202140A-A15D-4F04-8A1A-498C2977B412}" type="datetimeFigureOut">
              <a:rPr lang="en-IN" smtClean="0"/>
              <a:t>26-12-2025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708E48-BB7F-4B78-828E-5DA8AA4100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4181209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D202140A-A15D-4F04-8A1A-498C2977B412}" type="datetimeFigureOut">
              <a:rPr lang="en-IN" smtClean="0"/>
              <a:t>26-12-2025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708E48-BB7F-4B78-828E-5DA8AA4100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096994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D202140A-A15D-4F04-8A1A-498C2977B412}" type="datetimeFigureOut">
              <a:rPr lang="en-IN" smtClean="0"/>
              <a:t>26-12-2025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IN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02708E48-BB7F-4B78-828E-5DA8AA4100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92338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64B955-218C-8EFA-91DC-7F50C780573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Docker &amp; Kubernetes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216389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AD8EF4-F405-9DB4-73CB-08B76B76FA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VM vs Containers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9ECCDBE-CC6A-9056-F974-BFBB24053D1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74441" y="2603500"/>
            <a:ext cx="10496939" cy="39465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3500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E7FABD-EEE3-18A3-5F2A-F9ECE461F0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Docker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28167C-BDED-5A1A-3B0A-56432DB6A5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What Docker Does</a:t>
            </a:r>
          </a:p>
          <a:p>
            <a:r>
              <a:rPr lang="en-US" b="1" dirty="0"/>
              <a:t>Docker</a:t>
            </a:r>
            <a:r>
              <a:rPr lang="en-US" dirty="0"/>
              <a:t> allows you to package an application </a:t>
            </a:r>
            <a:r>
              <a:rPr lang="en-US" b="1" dirty="0"/>
              <a:t>with everything it needs</a:t>
            </a:r>
            <a:r>
              <a:rPr lang="en-US" dirty="0"/>
              <a:t> (runtime, libraries, configs) into a </a:t>
            </a:r>
            <a:r>
              <a:rPr lang="en-US" b="1" dirty="0"/>
              <a:t>container</a:t>
            </a:r>
            <a:r>
              <a:rPr lang="en-US" dirty="0"/>
              <a:t>.</a:t>
            </a:r>
          </a:p>
          <a:p>
            <a:r>
              <a:rPr lang="en-US" dirty="0"/>
              <a:t>Think of Docker as </a:t>
            </a:r>
            <a:r>
              <a:rPr lang="en-US" b="1" dirty="0"/>
              <a:t>“Make my app run the same everywhere.”</a:t>
            </a:r>
            <a:endParaRPr lang="en-US" dirty="0"/>
          </a:p>
          <a:p>
            <a:r>
              <a:rPr lang="en-US" b="1" dirty="0"/>
              <a:t>Core Concepts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b="1" dirty="0"/>
              <a:t>Image</a:t>
            </a:r>
            <a:r>
              <a:rPr lang="en-US" dirty="0"/>
              <a:t> → Blueprint of your app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b="1" dirty="0"/>
              <a:t>Container</a:t>
            </a:r>
            <a:r>
              <a:rPr lang="en-US" dirty="0"/>
              <a:t> → Running instance of an image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b="1" dirty="0" err="1"/>
              <a:t>Dockerfile</a:t>
            </a:r>
            <a:r>
              <a:rPr lang="en-US" dirty="0"/>
              <a:t> → Instructions to build an image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b="1" dirty="0"/>
              <a:t>Registry</a:t>
            </a:r>
            <a:r>
              <a:rPr lang="en-US" dirty="0"/>
              <a:t> → Stores images (e.g. Docker Hub)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500772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F77041-1A7E-5E9F-C2F6-BA230D2F6C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597FC0-0DCB-8D61-BA68-546DFFA425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9D40DFE-666B-70C3-4912-B99608C8E7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14572"/>
            <a:ext cx="12192000" cy="64288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701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B4D0E2-B2D3-985F-7D2F-63DA5FBE98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C6A43F3-CEB5-1E87-3491-3FE817E382A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54001" y="2556847"/>
            <a:ext cx="8933607" cy="40119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32137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FAB99D-DAD7-16B5-6EBA-E81FC97AC5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Docker Client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B87311A-0D67-1C03-CB77-81D659926C5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54954" y="2603499"/>
            <a:ext cx="8614197" cy="35640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54706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2A835D-0944-7DA2-619C-1AD6C22FB1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Docker Engine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CE1A97-2567-62ED-9B15-E67908FD7A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Docker Engine</a:t>
            </a:r>
          </a:p>
          <a:p>
            <a:r>
              <a:rPr lang="en-US" dirty="0"/>
              <a:t>Docker Engine** = Client + Daemon + REST API**</a:t>
            </a:r>
          </a:p>
          <a:p>
            <a:r>
              <a:rPr lang="en-US" b="1" dirty="0"/>
              <a:t>Components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b="1" dirty="0" err="1"/>
              <a:t>dockerd</a:t>
            </a:r>
            <a:r>
              <a:rPr lang="en-US" dirty="0"/>
              <a:t> → Daemon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b="1" dirty="0"/>
              <a:t>REST API</a:t>
            </a:r>
            <a:r>
              <a:rPr lang="en-US" dirty="0"/>
              <a:t> → Communication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b="1" dirty="0"/>
              <a:t>Docker CLI</a:t>
            </a:r>
            <a:r>
              <a:rPr lang="en-US" dirty="0"/>
              <a:t> → User interface</a:t>
            </a:r>
          </a:p>
          <a:p>
            <a:r>
              <a:rPr lang="en-US" dirty="0"/>
              <a:t>When you install Docker, you’re installing Docker Engine.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927526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F4AED0-5AD2-C38A-47C9-3D672A1E03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Docker Daemon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70831F3-CFBA-FF66-F606-743B778B586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63428" y="2603500"/>
            <a:ext cx="7609457" cy="3416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23534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A063A6-3C10-9E79-CC9C-B9A7AF6AB5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Docker Image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BE576B-64C6-FAC2-7EDC-061B0C6A22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b="1" dirty="0"/>
              <a:t>Docker Images</a:t>
            </a:r>
          </a:p>
          <a:p>
            <a:r>
              <a:rPr lang="en-US" b="1" dirty="0"/>
              <a:t>What is an Image?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Read-only template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Built from a </a:t>
            </a:r>
            <a:r>
              <a:rPr lang="en-US" b="1" dirty="0" err="1"/>
              <a:t>Dockerfile</a:t>
            </a:r>
            <a:endParaRPr lang="en-US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Contains app + dependencies</a:t>
            </a:r>
          </a:p>
          <a:p>
            <a:r>
              <a:rPr lang="en-US" b="1" dirty="0"/>
              <a:t>Example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FROM python:3.12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COPY app.py 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CMD ["</a:t>
            </a:r>
            <a:r>
              <a:rPr lang="en-US" dirty="0" err="1"/>
              <a:t>python","app.py</a:t>
            </a:r>
            <a:r>
              <a:rPr lang="en-US" dirty="0"/>
              <a:t>"]</a:t>
            </a:r>
          </a:p>
          <a:p>
            <a:r>
              <a:rPr lang="en-US" dirty="0"/>
              <a:t>Images are </a:t>
            </a:r>
            <a:r>
              <a:rPr lang="en-US" b="1" dirty="0"/>
              <a:t>layered</a:t>
            </a:r>
            <a:r>
              <a:rPr lang="en-US" dirty="0"/>
              <a:t> → faster builds &amp; smaller size.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143225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A45013-9D68-2A64-4A16-44E27D002C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Docker Container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A92860-12F8-4700-70FD-5AACB2B444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Docker Containers</a:t>
            </a:r>
          </a:p>
          <a:p>
            <a:r>
              <a:rPr lang="en-US" b="1" dirty="0"/>
              <a:t>What is a Container?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Running instance of an image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Isolated (process, network, filesystem)</a:t>
            </a:r>
          </a:p>
          <a:p>
            <a:r>
              <a:rPr lang="en-US" b="1" dirty="0"/>
              <a:t>Key Properties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Lightweight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Starts in milliseconds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Shares host OS kernel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docker run nginx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909059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7EAC01-0D6D-6436-E27F-CE595C419E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Docker: Port Mapping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19F0557-7EFC-56E9-229D-5AC6A6F0EEF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43608" y="2603500"/>
            <a:ext cx="8572759" cy="3416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28468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4FC6DF-A22F-190C-D1C2-0A0ED8FEDE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Docker Registry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D447CB-AF43-41F6-1DEF-2260E8846E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IN" b="1" dirty="0"/>
              <a:t>Docker Registry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IN" dirty="0"/>
              <a:t>Stores Docker images.</a:t>
            </a:r>
          </a:p>
          <a:p>
            <a:r>
              <a:rPr lang="en-IN" b="1" dirty="0"/>
              <a:t>Popular Registries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IN" b="1" dirty="0"/>
              <a:t>Docker Hub</a:t>
            </a:r>
            <a:endParaRPr lang="en-IN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en-IN" dirty="0"/>
              <a:t>AWS ECR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IN" dirty="0"/>
              <a:t>Google Artifact Registry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IN" dirty="0"/>
              <a:t>GitHub Container Registry</a:t>
            </a:r>
          </a:p>
          <a:p>
            <a:r>
              <a:rPr lang="en-IN" b="1" dirty="0"/>
              <a:t>Flow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IN" dirty="0"/>
              <a:t>docker push → registry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IN" dirty="0"/>
              <a:t>docker pull ← registry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1736239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A8E07A-63B3-639C-DE69-3A3D64AC14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Dockerfile</a:t>
            </a:r>
            <a:r>
              <a:rPr lang="en-US" dirty="0"/>
              <a:t> : Single Stage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28E50E-FE80-A0FC-C3CD-E724231177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11FF885-A98B-8D9F-EEBF-A97D69E96D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4954" y="2531997"/>
            <a:ext cx="10013790" cy="34878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920834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95D9BA-180B-9E53-563B-3DDE92F0AC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Dockerfile</a:t>
            </a:r>
            <a:r>
              <a:rPr lang="en-US" dirty="0"/>
              <a:t> : Multi-stage</a:t>
            </a:r>
            <a:endParaRPr lang="en-IN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12E6719B-4D81-0540-EAFE-33E3CE2BA73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24819" y="2603499"/>
            <a:ext cx="9397271" cy="3843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04547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C43750-047B-7606-25DD-52964DD169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Docker Compose</a:t>
            </a: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67710E0-2677-B45B-5CFC-ADAFEAC62036}"/>
              </a:ext>
            </a:extLst>
          </p:cNvPr>
          <p:cNvSpPr txBox="1"/>
          <p:nvPr/>
        </p:nvSpPr>
        <p:spPr>
          <a:xfrm>
            <a:off x="781438" y="2140145"/>
            <a:ext cx="10984463" cy="4031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endParaRPr lang="en-US" sz="1600" b="1" dirty="0"/>
          </a:p>
          <a:p>
            <a:pPr>
              <a:buNone/>
            </a:pPr>
            <a:r>
              <a:rPr lang="en-US" sz="1600" b="1" dirty="0"/>
              <a:t>Docker Compose</a:t>
            </a:r>
            <a:r>
              <a:rPr lang="en-US" sz="1600" dirty="0"/>
              <a:t> is a tool that lets you </a:t>
            </a:r>
            <a:r>
              <a:rPr lang="en-US" sz="1600" b="1" dirty="0"/>
              <a:t>define, run, and manage multi-container applications</a:t>
            </a:r>
            <a:r>
              <a:rPr lang="en-US" sz="1600" dirty="0"/>
              <a:t> using </a:t>
            </a:r>
            <a:r>
              <a:rPr lang="en-US" sz="1600" b="1" dirty="0"/>
              <a:t>one YAML file</a:t>
            </a:r>
            <a:r>
              <a:rPr lang="en-US" sz="1600" dirty="0"/>
              <a:t> (</a:t>
            </a:r>
            <a:r>
              <a:rPr lang="en-US" sz="1600" dirty="0">
                <a:latin typeface="Courier New" panose="02070309020205020404" pitchFamily="49" charset="0"/>
              </a:rPr>
              <a:t>docker-</a:t>
            </a:r>
            <a:r>
              <a:rPr lang="en-US" sz="1600" dirty="0" err="1">
                <a:latin typeface="Courier New" panose="02070309020205020404" pitchFamily="49" charset="0"/>
              </a:rPr>
              <a:t>compose.yml</a:t>
            </a:r>
            <a:r>
              <a:rPr lang="en-US" sz="1600" dirty="0"/>
              <a:t>) and </a:t>
            </a:r>
            <a:r>
              <a:rPr lang="en-US" sz="1600" b="1" dirty="0"/>
              <a:t>simple commands</a:t>
            </a:r>
            <a:r>
              <a:rPr lang="en-US" sz="1600" dirty="0"/>
              <a:t>.</a:t>
            </a:r>
          </a:p>
          <a:p>
            <a:pPr>
              <a:buNone/>
            </a:pPr>
            <a:r>
              <a:rPr lang="en-US" sz="1600" b="1" dirty="0"/>
              <a:t>In one line</a:t>
            </a:r>
          </a:p>
          <a:p>
            <a:pPr>
              <a:buNone/>
            </a:pPr>
            <a:endParaRPr lang="en-US" sz="1600" b="1" dirty="0"/>
          </a:p>
          <a:p>
            <a:pPr>
              <a:buNone/>
            </a:pPr>
            <a:r>
              <a:rPr lang="en-US" sz="1600" b="1" dirty="0"/>
              <a:t>Docker Compose runs many containers together as one application.</a:t>
            </a:r>
            <a:endParaRPr lang="en-US" sz="1600" dirty="0"/>
          </a:p>
          <a:p>
            <a:pPr>
              <a:buNone/>
            </a:pPr>
            <a:br>
              <a:rPr lang="en-US" sz="1600" dirty="0"/>
            </a:br>
            <a:endParaRPr lang="en-US" sz="1600" dirty="0"/>
          </a:p>
          <a:p>
            <a:pPr>
              <a:buNone/>
            </a:pPr>
            <a:r>
              <a:rPr lang="en-US" sz="1600" b="1" dirty="0"/>
              <a:t>Why Docker Compose exists (the problem it solves)</a:t>
            </a:r>
          </a:p>
          <a:p>
            <a:pPr>
              <a:buNone/>
            </a:pPr>
            <a:r>
              <a:rPr lang="en-US" sz="1600" dirty="0"/>
              <a:t>Without Compose, to run your app you’d have to: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Create networks manually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Start containers in the right order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Remember port mappings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Link containers together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Stop and clean up everything later</a:t>
            </a:r>
          </a:p>
          <a:p>
            <a:pPr>
              <a:buNone/>
            </a:pPr>
            <a:r>
              <a:rPr lang="en-US" sz="1600" b="1" dirty="0"/>
              <a:t>Docker Compose does all of this automatically.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96227752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E1CC5A-F54E-395F-1ADD-FF5455FA27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E89207-9CAC-9605-5D2C-F6C30DC63E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Docker Compose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B510F8F-B538-4021-567E-98EB201C63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079" y="2351314"/>
            <a:ext cx="7529804" cy="4376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483802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E693C8-30F8-7519-53BB-F288FA4CA4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Docker compose commands</a:t>
            </a: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E38D1D4-4054-1074-4FB9-1BBFEC5E655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154953" y="2541935"/>
            <a:ext cx="9556589" cy="35394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docker-compose up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– Start all services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docker-compose up --build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– Rebuild images and start services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docker-compose up -d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– Start services in background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docker-compose build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– Build images only</a:t>
            </a:r>
            <a:endParaRPr lang="en-US" altLang="en-US" sz="14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docker-compose build --no-cache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– Build images without cache</a:t>
            </a:r>
            <a:endParaRPr lang="en-US" altLang="en-US" sz="14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docker-compose down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– Stop and remove containers and network</a:t>
            </a:r>
            <a:endParaRPr lang="en-US" altLang="en-US" sz="14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docker-compose stop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– Stop running containers</a:t>
            </a:r>
            <a:endParaRPr lang="en-US" altLang="en-US" sz="14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docker-compose start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– Start stopped containers</a:t>
            </a:r>
            <a:endParaRPr lang="en-US" altLang="en-US" sz="14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docker-compose restart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– Restart services</a:t>
            </a:r>
            <a:endParaRPr lang="en-US" altLang="en-US" sz="14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docker-compose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ps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– List running services</a:t>
            </a:r>
            <a:endParaRPr lang="en-US" altLang="en-US" sz="14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docker-compose logs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– Show logs</a:t>
            </a:r>
            <a:endParaRPr lang="en-US" altLang="en-US" sz="14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docker-compose logs -f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– Follow logs</a:t>
            </a:r>
            <a:endParaRPr lang="en-US" altLang="en-US" sz="14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docker-compose config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– Validate compose file</a:t>
            </a:r>
            <a:endParaRPr lang="en-US" altLang="en-US" sz="14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1400" dirty="0">
                <a:solidFill>
                  <a:schemeClr val="tx1"/>
                </a:solidFill>
                <a:latin typeface="Arial Unicode MS"/>
              </a:rPr>
              <a:t>docker-compose logs &lt;service&gt;</a:t>
            </a:r>
            <a:r>
              <a:rPr lang="en-US" altLang="en-US" sz="1400" dirty="0">
                <a:solidFill>
                  <a:schemeClr val="tx1"/>
                </a:solidFill>
              </a:rPr>
              <a:t> – Show service logs</a:t>
            </a:r>
            <a:endParaRPr lang="en-US" altLang="en-US" sz="14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dock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er-compose rm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– Remove stopped containers</a:t>
            </a:r>
            <a:endParaRPr lang="en-US" altLang="en-US" sz="14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docker-compose version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– Show compose version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9315348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60</TotalTime>
  <Words>454</Words>
  <Application>Microsoft Office PowerPoint</Application>
  <PresentationFormat>Widescreen</PresentationFormat>
  <Paragraphs>89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4" baseType="lpstr">
      <vt:lpstr>Arial</vt:lpstr>
      <vt:lpstr>Arial Unicode MS</vt:lpstr>
      <vt:lpstr>Century Gothic</vt:lpstr>
      <vt:lpstr>Courier New</vt:lpstr>
      <vt:lpstr>Wingdings</vt:lpstr>
      <vt:lpstr>Wingdings 3</vt:lpstr>
      <vt:lpstr>Ion Boardroom</vt:lpstr>
      <vt:lpstr>Docker &amp; Kubernetes</vt:lpstr>
      <vt:lpstr>VM vs Containers</vt:lpstr>
      <vt:lpstr>Docker</vt:lpstr>
      <vt:lpstr>PowerPoint Presentation</vt:lpstr>
      <vt:lpstr>PowerPoint Presentation</vt:lpstr>
      <vt:lpstr>Docker Client</vt:lpstr>
      <vt:lpstr>Docker Engine</vt:lpstr>
      <vt:lpstr>Docker Daemon</vt:lpstr>
      <vt:lpstr>Docker Image</vt:lpstr>
      <vt:lpstr>Docker Container</vt:lpstr>
      <vt:lpstr>Docker: Port Mapping</vt:lpstr>
      <vt:lpstr>Docker Registry</vt:lpstr>
      <vt:lpstr>Dockerfile : Single Stage</vt:lpstr>
      <vt:lpstr>Dockerfile : Multi-stage</vt:lpstr>
      <vt:lpstr>Docker Compose</vt:lpstr>
      <vt:lpstr>Docker Compose</vt:lpstr>
      <vt:lpstr>Docker compose commands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awanish singh</dc:creator>
  <cp:lastModifiedBy>awanish singh</cp:lastModifiedBy>
  <cp:revision>31</cp:revision>
  <dcterms:created xsi:type="dcterms:W3CDTF">2025-12-23T15:57:56Z</dcterms:created>
  <dcterms:modified xsi:type="dcterms:W3CDTF">2025-12-26T02:56:27Z</dcterms:modified>
</cp:coreProperties>
</file>